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Maturidade de Software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15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CMMI-DEV, PSP e MPS.BR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3977640"/>
            <a:ext cx="382219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Zaqueu Henrique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 — Centro Universitário Toledo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medir a maturidade de um processo?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Duas equipes podem construir o mesmo tipo de sistema e ter resultados bem diferentes — uma entrega no prazo, outra vive corrigindo problema.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 maioria das vezes, a diferença não é talento individual, é processo: como os requisitos são levantados, como o trabalho é planejado, como os defeitos são encontrados.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03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Um modelo de maturidade descreve, em estágios, o quanto esse processo é disciplinado e repetível — não avalia uma pessoa ou um produto isolado.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754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 por isso que existem modelos diferentes: alguns olham para a organização, outros para o indivíduo, outros tentam se adaptar a uma realidade específica, como a brasileira.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CMMI-DEV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pelo SEI (Carnegie Mellon University), a pedido do Departamento de Defesa dos EUA, como evolução do CMM original (1987). É o modelo de referência internacional mais usado, hoje mantido pela ISACA (versão 3.0, de 2023).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níveis de maturidade: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Inicial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imprevisíveis; o sucesso depende do esforço individual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64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Gerenciado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são planejados e monitorados, mas ainda de forma isolada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96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Definido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padronizados e documentados em nível de organização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3425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Gerenciado Quantitativamente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desempenho controlados com dados estatísticos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8188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Em Otimização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 e proativa dos processos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86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duas formas de aplicar o modelo: a representação estagiada (gera um nível único para a empresa) e a contínua (avalia cada área de processo separadamente).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— Personal Software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Watts Humphrey — o mesmo pesquisador do SEI por trás do CMM original — para levar a disciplina de processo ao engenheiro individual. A ideia central: o engenheiro registra tempo e defeitos do próprio trabalho e usa esses dados para estimar, planejar e revisar melhor.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introduzido aos poucos, em pequenas tarefas de programação: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PSP0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atual do engenheiro, com registro de tempo e defeitos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4787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PSP0.1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padrões de codificação e medição de tamanho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325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PSP1 / PSP1.1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tamanho, relatório de testes, planejamento e cronograma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171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PSP2 / PSP2.1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pessoais de projeto e código, com templates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0017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PSP3 — 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escalado, em ciclos, para tarefas maiores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formadas por engenheiros treinados em PSP dão origem ao TSP (Team Software Process), que usa os mesmos dados em nível de time.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MPS.BR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Lançado em 2003 pela SOFTEX, o MPS.BR adapta referências internacionais (CMMI, ISO/IEC 12207 e 15504) à realidade das empresas brasileiras — principalmente micro, pequenas e médias, para as quais uma avaliação CMMI seria cara e complexa demais.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níveis de maturidade, de G (mais baixo) a A (mais alto):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992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Parcialmente Gerenciado — </a:t>
            </a:r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de requisitos e de projeto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95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Gerenciado — </a:t>
            </a:r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da qualidade e gerência de configuração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599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D / C — Parcial/Largamente Definido, Definido — </a:t>
            </a:r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organizacionais, verificação, validação, riscos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902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Gerenciado Quantitativamente — </a:t>
            </a:r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do processo medido estatisticamente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Em Otimização — </a:t>
            </a:r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processo novo — foco em melhoria contínua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806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Correspondência aproximada com o CMMI-DEV: G/F ≈ nível 2  ·  E/D/C ≈ nível 3  ·  B ≈ nível 4  ·  A ≈ nível 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os três modelos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607040" cy="3840480"/>
        </p:xfrm>
        <a:graphic>
          <a:graphicData uri="http://schemas.openxmlformats.org/drawingml/2006/table">
            <a:tbl>
              <a:tblPr/>
              <a:tblGrid>
                <a:gridCol w="1920240"/>
                <a:gridCol w="2898648"/>
                <a:gridCol w="2898648"/>
                <a:gridCol w="2889504"/>
              </a:tblGrid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CMMI-DEV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MPS.BR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organização e seus projetos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engenheiro individual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organização, no contexto nacional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SEI/CMU (EUA), 1987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Watts Humphrey, década de 1990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SOFTEX (Brasil), 2003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etapas (PSP0–PSP3)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níveis (G–A)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empresas, contratos regulados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Formação técnica individual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PMEs brasileiras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Os três modelos não são concorrentes — atuam em escalas diferentes do mesmo problema.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PSP atua na disciplina do indivíduo; CMMI-DEV, na organização como um todo, com reconhecimento internacional; MPS.BR adapta essas ideias à realidade e ao custo das empresas brasileiras.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Não existe “o melhor modelo” isolado — existe o modelo mais adequado à escala do problema que se quer resolver.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ISACA / CMMI Institute. CMMI® Model V3.0 — Capability Maturity Model Integration. 2023.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SOFTWARE ENGINEERING INSTITUTE (SEI). CMMI para Desenvolvimento (CMMI-DEV), Carnegie Mellon University.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HUMPHREY, Watts S. Introduction to the Personal Software Process. Addison-Wesley, 1997.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49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SOFTEX. MPS.BR — Guia Geral MPS de Software. Associação para Promoção da Excelência do Software Brasileiro.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SOFTEX. MR-MPS-SW e MR-MPS-SV — Modelos de Referência para Melhoria de Processo de Software e Serviços.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2026-08-27T16:23:08Z</dcterms:created>
  <dcterms:modified xsi:type="dcterms:W3CDTF">2026-08-27T16:23:08Z</dcterms:modified>
</cp:coreProperties>
</file>